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4.png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K-CHOPORE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reproducible nanopore Direct RNA-seq pipelinefor the plant m6A epitranscriptome</a:t>
            </a:r>
            <a:br/>
            <a:br/>
            <a:r>
              <a:rPr/>
              <a:t>Pelayo G. de Lena Rodríguez · Chus Pascual · Luis Valledor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Invalid Date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m6A</a:t>
            </a:r>
            <a:r>
              <a:rPr/>
              <a:t> is the most abundant mRNA modification — it tunes stability, splicing, translation.</a:t>
            </a:r>
          </a:p>
          <a:p>
            <a:pPr lvl="0"/>
            <a:r>
              <a:rPr/>
              <a:t>Nanopore </a:t>
            </a:r>
            <a:r>
              <a:rPr b="1"/>
              <a:t>Direct RNA-seq (DRS)</a:t>
            </a:r>
            <a:r>
              <a:rPr/>
              <a:t> reads it on </a:t>
            </a:r>
            <a:r>
              <a:rPr b="1"/>
              <a:t>native</a:t>
            </a:r>
            <a:r>
              <a:rPr/>
              <a:t> RNA.</a:t>
            </a:r>
          </a:p>
          <a:p>
            <a:pPr lvl="0"/>
            <a:r>
              <a:rPr/>
              <a:t>But plant-ready, </a:t>
            </a:r>
            <a:r>
              <a:rPr b="1"/>
              <a:t>reproducible</a:t>
            </a:r>
            <a:r>
              <a:rPr/>
              <a:t> workflows are scarce.</a:t>
            </a:r>
          </a:p>
          <a:p>
            <a:pPr lvl="0" indent="0" marL="0">
              <a:buNone/>
            </a:pPr>
            <a:r>
              <a:rPr b="1"/>
              <a:t>K-CHOPORE</a:t>
            </a:r>
            <a:r>
              <a:rPr/>
              <a:t> — signal → m6A map → expression → function, in one reproducible (Docker/FAIR) pipeline.</a:t>
            </a:r>
          </a:p>
        </p:txBody>
      </p:sp>
      <p:pic>
        <p:nvPicPr>
          <p:cNvPr descr="figs/moti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38300"/>
            <a:ext cx="40386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pipeline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kchopore_flash_files\figure-pptx\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235200"/>
            <a:ext cx="5105400" cy="31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  <a:r>
              <a:rPr b="1"/>
              <a:t>One Snakemake config</a:t>
            </a:r>
            <a:r>
              <a:rPr/>
              <a:t> controls the whole run; precomputed steps are reused, only what changed re-runs.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Case study: mitochondrial retrograde response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2×2 design</a:t>
            </a:r>
            <a:r>
              <a:rPr/>
              <a:t> · </a:t>
            </a:r>
            <a:r>
              <a:rPr i="1"/>
              <a:t>WT</a:t>
            </a:r>
            <a:r>
              <a:rPr/>
              <a:t> vs </a:t>
            </a:r>
            <a:r>
              <a:rPr i="1"/>
              <a:t>anac017-1</a:t>
            </a:r>
            <a:r>
              <a:rPr/>
              <a:t> × Control vs </a:t>
            </a:r>
            <a:r>
              <a:rPr b="1"/>
              <a:t>Antimycin A</a:t>
            </a:r>
            <a:r>
              <a:rPr/>
              <a:t> · n = 3</a:t>
            </a:r>
          </a:p>
        </p:txBody>
      </p:sp>
      <p:pic>
        <p:nvPicPr>
          <p:cNvPr descr="figs/pc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36600" y="1625600"/>
            <a:ext cx="34798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PCA: PC1 = genotype, PC2 = treatment</a:t>
            </a:r>
          </a:p>
        </p:txBody>
      </p:sp>
      <p:pic>
        <p:nvPicPr>
          <p:cNvPr descr="figs/aox1a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016500" y="1625600"/>
            <a:ext cx="32893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m6A gained at </a:t>
            </a:r>
            <a:r>
              <a:rPr b="1"/>
              <a:t>AOX1a</a:t>
            </a:r>
            <a:r>
              <a:rPr/>
              <a:t> under Antimycin 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find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175</a:t>
            </a:r>
            <a:r>
              <a:rPr/>
              <a:t> transcripts respond to AA; </a:t>
            </a:r>
            <a:r>
              <a:rPr b="1"/>
              <a:t>32</a:t>
            </a:r>
            <a:r>
              <a:rPr/>
              <a:t> in an </a:t>
            </a:r>
            <a:r>
              <a:rPr b="1"/>
              <a:t>ANAC017-dependent</a:t>
            </a:r>
            <a:r>
              <a:rPr/>
              <a:t> way (interaction).</a:t>
            </a:r>
          </a:p>
          <a:p>
            <a:pPr lvl="0"/>
            <a:r>
              <a:rPr b="1"/>
              <a:t>~89%</a:t>
            </a:r>
            <a:r>
              <a:rPr/>
              <a:t> of AA-gained m6A sites in WT are </a:t>
            </a:r>
            <a:r>
              <a:rPr b="1"/>
              <a:t>ANAC017-dependent</a:t>
            </a:r>
            <a:r>
              <a:rPr/>
              <a:t>.</a:t>
            </a:r>
          </a:p>
          <a:p>
            <a:pPr lvl="0"/>
            <a:r>
              <a:rPr/>
              <a:t>AA-responsive genes enriched in </a:t>
            </a:r>
            <a:r>
              <a:rPr b="1"/>
              <a:t>stress / hypoxia</a:t>
            </a:r>
            <a:r>
              <a:rPr/>
              <a:t> (e.g. </a:t>
            </a:r>
            <a:r>
              <a:rPr i="1"/>
              <a:t>CYP81D8</a:t>
            </a:r>
            <a:r>
              <a:rPr/>
              <a:t>).</a:t>
            </a:r>
          </a:p>
        </p:txBody>
      </p:sp>
      <p:pic>
        <p:nvPicPr>
          <p:cNvPr descr="figs/g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25600"/>
            <a:ext cx="40386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Docker image + Snakemake + one config</a:t>
            </a:r>
          </a:p>
          <a:p>
            <a:pPr lvl="0" indent="0" marL="0">
              <a:buNone/>
            </a:pPr>
            <a:r>
              <a:rPr/>
              <a:t>Clone → </a:t>
            </a:r>
            <a:r>
              <a:rPr>
                <a:latin typeface="Courier"/>
              </a:rPr>
              <a:t>docker run</a:t>
            </a:r>
            <a:r>
              <a:rPr/>
              <a:t> → edit config → run.</a:t>
            </a:r>
          </a:p>
          <a:p>
            <a:pPr lvl="0" indent="0" marL="0">
              <a:buNone/>
            </a:pPr>
            <a:r>
              <a:rPr/>
              <a:t>🔗 </a:t>
            </a:r>
            <a:r>
              <a:rPr b="1"/>
              <a:t>github.com/biopelayo/kchopore-anac017-drs</a:t>
            </a:r>
          </a:p>
          <a:p>
            <a:pPr lvl="0" indent="0" marL="0">
              <a:buNone/>
            </a:pPr>
            <a:r>
              <a:rPr i="1"/>
              <a:t>A reusable, FAIR resource for plant epitranscriptomics.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K-CHOPORE</a:t>
            </a:r>
            <a:r>
              <a:rPr/>
              <a:t> turns raw nanopore signal into a coverage-controlled m6A map — reproducibly.</a:t>
            </a:r>
          </a:p>
          <a:p>
            <a:pPr lvl="0" indent="0" marL="0">
              <a:buNone/>
            </a:pPr>
            <a:r>
              <a:rPr/>
              <a:t>Pelayo G. de Lena Rodríguez · bio.pelayo@gmail.com Univ. Oviedo / FINBA · 1st EpiCrops Conference, Oviedo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K-CHOPORE</dc:title>
  <dc:creator>Pelayo G. de Lena Rodríguez · Chus Pascual · Luis Valledor</dc:creator>
  <cp:keywords/>
  <dcterms:created xsi:type="dcterms:W3CDTF">2026-06-23T20:44:44Z</dcterms:created>
  <dcterms:modified xsi:type="dcterms:W3CDTF">2026-06-23T20:44:44Z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Invalid Date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institute">
    <vt:lpwstr>Plant Physiology &amp; Systems Biology — Univ. Oviedo / FINBA</vt:lpwstr>
  </property>
  <property fmtid="{D5CDD505-2E9C-101B-9397-08002B2CF9AE}" pid="12" name="institutes">
    <vt:lpwstr/>
  </property>
  <property fmtid="{D5CDD505-2E9C-101B-9397-08002B2CF9AE}" pid="13" name="labels">
    <vt:lpwstr/>
  </property>
  <property fmtid="{D5CDD505-2E9C-101B-9397-08002B2CF9AE}" pid="14" name="subtitle">
    <vt:lpwstr>A reproducible nanopore Direct RNA-seq pipeline for the plant m6A epitranscriptome</vt:lpwstr>
  </property>
  <property fmtid="{D5CDD505-2E9C-101B-9397-08002B2CF9AE}" pid="15" name="toc-title">
    <vt:lpwstr>Table of contents</vt:lpwstr>
  </property>
</Properties>
</file>